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en-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8B5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6"/>
    <p:restoredTop sz="95652"/>
  </p:normalViewPr>
  <p:slideViewPr>
    <p:cSldViewPr snapToGrid="0">
      <p:cViewPr>
        <p:scale>
          <a:sx n="97" d="100"/>
          <a:sy n="97" d="100"/>
        </p:scale>
        <p:origin x="47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3D6B-6A77-C4C3-39A7-2AD5EB6B7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FD7D2-E6A8-BCDD-8906-796142D0B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CC828-A482-4547-4011-F777A3E5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8764-E513-4E26-194E-C0F0A63CA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C13B-1D2C-837F-3844-70C71AF9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84160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3EA3-4428-5CAE-5823-2C96F177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4F97B-4AF5-42C6-67CE-9708CBBA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197B7-69AC-0E93-DA61-62D1D2C7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DED11-B228-BEA8-E249-1700AA5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FE6CB-3F11-B88E-81D8-EC65CE4D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1228111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9930-42C2-5222-86CD-F03DDC9A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C7BA7-88B7-5FCA-3D56-6E63CC233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85B4B-FE15-D344-0D37-73799A2C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53B0A-61CB-D2FC-3302-E7C2C26B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3AF15-BBB0-C44F-951F-1C5C35F3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425405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ED08-EB21-BB95-E100-A0450818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C2515-E99A-53BF-DF3C-1443B43C4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8ACE3-0ABC-D700-5023-7910D1F60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69AFB-467A-5096-D63B-7A5D62BC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9047-6857-E9C5-CC65-E22864B1E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B9AAA-4693-3729-FBDD-5EF1233D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62370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E795-9B60-6FBF-A1C6-9B3F16E2F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821A5-A0B8-4787-97E9-B0ED36B2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954A9-E8C5-177C-090D-49F95AB65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F8CE30-2A92-A504-9ABE-BAF0E1B33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3906A-DD7E-26F2-6ECF-619AEB859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5A68D-93E5-B067-DBE7-DE1CCA28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4D0CB-C408-1362-ACBB-9BAEEE97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9605E-FB5E-9287-E5A7-00CDCD29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3161932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F13BF-F3B6-9DCF-A83B-93DF9F2E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9E786-AD27-0074-5251-05BEBAAF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BD142-8132-1E90-78CE-523F840A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811E6-339E-1AF8-EE1B-91DDC7CE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24875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1FB51-A8EC-115D-1F9E-22272073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A221-719A-6956-4BD4-4007BFF69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AB29F-D72C-7B70-B4E2-8D85C456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65146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1540-2EF1-323A-924A-8E17140C2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DE266-85FF-A7E4-466A-8BD51C1E8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C820A-D613-06F3-0C80-D583637E6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BECE8-E6EB-B801-4FDD-F184CA178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62683-3769-0B82-6AE5-AB6D7FB1B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679CD-8941-9A68-6D46-67750E076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41865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F5E7-A53D-C5FF-3A0D-02843378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AB4E7-DD51-020D-25B5-14D7C61FE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1EEEB-B1C4-B757-6549-A1A53D73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B8FEC-307D-04A1-59CD-49FD4607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53082-6626-3908-453C-5FABE6EA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DBEEC-DACE-5FB4-6850-EF9A3497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132092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22DCD-681B-C816-4A80-FFBB1F98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ABC5C-0A08-3DD2-E678-479FC3772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B975-3CEE-D231-F045-DCB78120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0A18-5093-CC85-2051-1CF7F8ABA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789F9-7508-1BA8-70C2-70DA5FC9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67009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DDB86-853F-AD39-C845-BC992FB00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8FC1C-D539-08F2-9707-E9915DCC1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55773-B5EC-2604-784D-CDDCD385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5A89-CC80-7117-D725-0AB2C6E9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017CE-0FEA-D0E7-4BBE-0E545961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2472311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57716-CFD1-9D2B-8720-5B2957A6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382EB-607E-573E-E8AE-6649E8AE1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04CB2-3013-7B9A-1910-886CAFE9C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0BEB5-B42E-EF43-AD0D-968BF6763381}" type="datetimeFigureOut">
              <a:rPr lang="en-TN" smtClean="0"/>
              <a:t>15/9/2026</a:t>
            </a:fld>
            <a:endParaRPr lang="en-T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E3163-782C-AC5C-434A-BDE9C74A1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AE26-9210-A529-802C-787ACBA6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60FFF-7CBA-FA41-9B48-F46CB068268A}" type="slidenum">
              <a:rPr lang="en-TN" smtClean="0"/>
              <a:t>‹#›</a:t>
            </a:fld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41410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A9DB-BE78-E66E-EBCB-715C0F9F3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T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930F3-BFFB-6155-EDD8-75AA16D7C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N"/>
          </a:p>
        </p:txBody>
      </p:sp>
    </p:spTree>
    <p:extLst>
      <p:ext uri="{BB962C8B-B14F-4D97-AF65-F5344CB8AC3E}">
        <p14:creationId xmlns:p14="http://schemas.microsoft.com/office/powerpoint/2010/main" val="401139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B24C8C8-AC16-D94D-06CB-5D2C41205017}"/>
              </a:ext>
            </a:extLst>
          </p:cNvPr>
          <p:cNvGrpSpPr/>
          <p:nvPr/>
        </p:nvGrpSpPr>
        <p:grpSpPr>
          <a:xfrm>
            <a:off x="3777522" y="1557000"/>
            <a:ext cx="3744000" cy="3744000"/>
            <a:chOff x="3777522" y="1557000"/>
            <a:chExt cx="3744000" cy="3744000"/>
          </a:xfrm>
        </p:grpSpPr>
        <p:sp>
          <p:nvSpPr>
            <p:cNvPr id="3" name="Arc 2">
              <a:extLst>
                <a:ext uri="{FF2B5EF4-FFF2-40B4-BE49-F238E27FC236}">
                  <a16:creationId xmlns:a16="http://schemas.microsoft.com/office/drawing/2014/main" id="{9C6FE21D-C80C-B93A-AECB-2A0EC0D34347}"/>
                </a:ext>
              </a:extLst>
            </p:cNvPr>
            <p:cNvSpPr/>
            <p:nvPr/>
          </p:nvSpPr>
          <p:spPr>
            <a:xfrm rot="8154526">
              <a:off x="3777522" y="1557000"/>
              <a:ext cx="3744000" cy="37440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TN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3271207-9C7E-DD35-57AB-B81BEE171F42}"/>
                </a:ext>
              </a:extLst>
            </p:cNvPr>
            <p:cNvSpPr/>
            <p:nvPr/>
          </p:nvSpPr>
          <p:spPr>
            <a:xfrm>
              <a:off x="4302177" y="2503357"/>
              <a:ext cx="2638269" cy="2263515"/>
            </a:xfrm>
            <a:custGeom>
              <a:avLst/>
              <a:gdLst>
                <a:gd name="connsiteX0" fmla="*/ 2638269 w 2638269"/>
                <a:gd name="connsiteY0" fmla="*/ 2263515 h 2263515"/>
                <a:gd name="connsiteX1" fmla="*/ 1289154 w 2638269"/>
                <a:gd name="connsiteY1" fmla="*/ 0 h 2263515"/>
                <a:gd name="connsiteX2" fmla="*/ 0 w 2638269"/>
                <a:gd name="connsiteY2" fmla="*/ 2233535 h 226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8269" h="2263515">
                  <a:moveTo>
                    <a:pt x="2638269" y="2263515"/>
                  </a:moveTo>
                  <a:lnTo>
                    <a:pt x="1289154" y="0"/>
                  </a:lnTo>
                  <a:lnTo>
                    <a:pt x="0" y="2233535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N"/>
            </a:p>
          </p:txBody>
        </p:sp>
      </p:grpSp>
    </p:spTree>
    <p:extLst>
      <p:ext uri="{BB962C8B-B14F-4D97-AF65-F5344CB8AC3E}">
        <p14:creationId xmlns:p14="http://schemas.microsoft.com/office/powerpoint/2010/main" val="266318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76692-FFB6-4E6E-850F-3F8D088F91CE}"/>
              </a:ext>
            </a:extLst>
          </p:cNvPr>
          <p:cNvSpPr/>
          <p:nvPr/>
        </p:nvSpPr>
        <p:spPr>
          <a:xfrm>
            <a:off x="2965341" y="3033900"/>
            <a:ext cx="5876652" cy="3186771"/>
          </a:xfrm>
          <a:prstGeom prst="rect">
            <a:avLst/>
          </a:prstGeom>
          <a:solidFill>
            <a:srgbClr val="8B54C4"/>
          </a:solidFill>
          <a:ln>
            <a:solidFill>
              <a:srgbClr val="8B54C4"/>
            </a:solidFill>
          </a:ln>
          <a:scene3d>
            <a:camera prst="isometricTopUp">
              <a:rot lat="19476224" lon="18000000" rev="3609746"/>
            </a:camera>
            <a:lightRig rig="threePt" dir="t"/>
          </a:scene3d>
          <a:sp3d>
            <a:bevelT w="0" h="177800"/>
            <a:bevelB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9ABABF-337E-0FF4-49B7-9BDE167DECCF}"/>
              </a:ext>
            </a:extLst>
          </p:cNvPr>
          <p:cNvSpPr/>
          <p:nvPr/>
        </p:nvSpPr>
        <p:spPr>
          <a:xfrm>
            <a:off x="2985758" y="2963878"/>
            <a:ext cx="5875200" cy="3193200"/>
          </a:xfrm>
          <a:prstGeom prst="rect">
            <a:avLst/>
          </a:prstGeom>
          <a:solidFill>
            <a:schemeClr val="accent4">
              <a:alpha val="62412"/>
            </a:schemeClr>
          </a:solidFill>
          <a:ln>
            <a:solidFill>
              <a:srgbClr val="FFC000">
                <a:alpha val="18824"/>
              </a:srgbClr>
            </a:solidFill>
          </a:ln>
          <a:scene3d>
            <a:camera prst="isometricTopUp">
              <a:rot lat="19476224" lon="18000000" rev="3609746"/>
            </a:camera>
            <a:lightRig rig="threePt" dir="t"/>
          </a:scene3d>
          <a:sp3d>
            <a:bevelT w="0" h="8255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DF4EF6-6ECC-D954-D54B-493FF1A753D6}"/>
              </a:ext>
            </a:extLst>
          </p:cNvPr>
          <p:cNvSpPr/>
          <p:nvPr/>
        </p:nvSpPr>
        <p:spPr>
          <a:xfrm flipV="1">
            <a:off x="2518005" y="-3186290"/>
            <a:ext cx="3211718" cy="5208996"/>
          </a:xfrm>
          <a:prstGeom prst="ellipse">
            <a:avLst/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0"/>
              </a:srgbClr>
            </a:solidFill>
          </a:ln>
          <a:effectLst>
            <a:softEdge rad="1270000"/>
          </a:effectLst>
          <a:scene3d>
            <a:camera prst="isometricTopUp">
              <a:rot lat="17400000" lon="19800000" rev="3000000"/>
            </a:camera>
            <a:lightRig rig="threePt" dir="t"/>
          </a:scene3d>
          <a:sp3d prstMaterial="matte">
            <a:bevelT w="2533650" h="58483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9F7F28-D850-2EE4-6787-EB7CCD5C76FB}"/>
              </a:ext>
            </a:extLst>
          </p:cNvPr>
          <p:cNvSpPr/>
          <p:nvPr/>
        </p:nvSpPr>
        <p:spPr>
          <a:xfrm flipV="1">
            <a:off x="3638287" y="-2400734"/>
            <a:ext cx="4419601" cy="3074325"/>
          </a:xfrm>
          <a:prstGeom prst="ellipse">
            <a:avLst/>
          </a:prstGeom>
          <a:solidFill>
            <a:srgbClr val="FF0000">
              <a:alpha val="21000"/>
            </a:srgbClr>
          </a:solidFill>
          <a:ln>
            <a:solidFill>
              <a:srgbClr val="FF0000">
                <a:alpha val="0"/>
              </a:srgbClr>
            </a:solidFill>
          </a:ln>
          <a:effectLst>
            <a:softEdge rad="1270000"/>
          </a:effectLst>
          <a:scene3d>
            <a:camera prst="isometricTopUp">
              <a:rot lat="21594000" lon="17400000" rev="5400000"/>
            </a:camera>
            <a:lightRig rig="threePt" dir="t"/>
          </a:scene3d>
          <a:sp3d prstMaterial="matte">
            <a:bevelT w="2533650" h="581660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5D1DC5-200E-DCE9-7212-5D1BA10503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5400000">
            <a:off x="4255954" y="2986415"/>
            <a:ext cx="3184269" cy="3211719"/>
          </a:xfrm>
          <a:prstGeom prst="ellipse">
            <a:avLst/>
          </a:prstGeom>
          <a:ln>
            <a:noFill/>
          </a:ln>
          <a:effectLst>
            <a:softEdge rad="112500"/>
          </a:effectLst>
          <a:scene3d>
            <a:camera prst="orthographicFront">
              <a:rot lat="0" lon="3600000" rev="0"/>
            </a:camera>
            <a:lightRig rig="threePt" dir="t"/>
          </a:scene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4B1FD9-C848-4A3A-4379-FD8003889614}"/>
              </a:ext>
            </a:extLst>
          </p:cNvPr>
          <p:cNvSpPr txBox="1"/>
          <p:nvPr/>
        </p:nvSpPr>
        <p:spPr>
          <a:xfrm>
            <a:off x="4242229" y="805471"/>
            <a:ext cx="68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N" sz="2800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F9A7F-3A5E-73E5-B99A-C996FABBF966}"/>
              </a:ext>
            </a:extLst>
          </p:cNvPr>
          <p:cNvSpPr txBox="1"/>
          <p:nvPr/>
        </p:nvSpPr>
        <p:spPr>
          <a:xfrm>
            <a:off x="6088962" y="813079"/>
            <a:ext cx="52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N" sz="2800" dirty="0"/>
              <a:t>D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943E123B-BC1F-A7B8-21A0-140E3408B7B2}"/>
              </a:ext>
            </a:extLst>
          </p:cNvPr>
          <p:cNvSpPr/>
          <p:nvPr/>
        </p:nvSpPr>
        <p:spPr>
          <a:xfrm rot="6605270">
            <a:off x="3995189" y="638312"/>
            <a:ext cx="1183972" cy="1188000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N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4E369C71-1572-3394-D6CA-EA6BD4DC624D}"/>
              </a:ext>
            </a:extLst>
          </p:cNvPr>
          <p:cNvSpPr/>
          <p:nvPr/>
        </p:nvSpPr>
        <p:spPr>
          <a:xfrm rot="8435967">
            <a:off x="5331372" y="682131"/>
            <a:ext cx="1183972" cy="1188000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1EB4177-02E8-A968-6FDF-526A12C98333}"/>
              </a:ext>
            </a:extLst>
          </p:cNvPr>
          <p:cNvCxnSpPr>
            <a:cxnSpLocks/>
          </p:cNvCxnSpPr>
          <p:nvPr/>
        </p:nvCxnSpPr>
        <p:spPr>
          <a:xfrm>
            <a:off x="4759095" y="1567580"/>
            <a:ext cx="288000" cy="684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D322C5-F36B-4280-86AB-0006DA5D6227}"/>
              </a:ext>
            </a:extLst>
          </p:cNvPr>
          <p:cNvCxnSpPr>
            <a:cxnSpLocks/>
          </p:cNvCxnSpPr>
          <p:nvPr/>
        </p:nvCxnSpPr>
        <p:spPr>
          <a:xfrm flipH="1">
            <a:off x="5848087" y="1562843"/>
            <a:ext cx="10788" cy="7036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585B76-3758-A9B8-2A13-2BAD94BEA42E}"/>
                  </a:ext>
                </a:extLst>
              </p:cNvPr>
              <p:cNvSpPr txBox="1"/>
              <p:nvPr/>
            </p:nvSpPr>
            <p:spPr>
              <a:xfrm>
                <a:off x="4503262" y="1862572"/>
                <a:ext cx="6195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T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TN" sz="28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585B76-3758-A9B8-2A13-2BAD94BEA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262" y="1862572"/>
                <a:ext cx="619529" cy="52322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T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F9ABB4-1ED2-B9A8-44C8-078D1EA2F1DE}"/>
                  </a:ext>
                </a:extLst>
              </p:cNvPr>
              <p:cNvSpPr txBox="1"/>
              <p:nvPr/>
            </p:nvSpPr>
            <p:spPr>
              <a:xfrm>
                <a:off x="5848087" y="1909580"/>
                <a:ext cx="6195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T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T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TN" sz="28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F9ABB4-1ED2-B9A8-44C8-078D1EA2F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087" y="1909580"/>
                <a:ext cx="619529" cy="523220"/>
              </a:xfrm>
              <a:prstGeom prst="rect">
                <a:avLst/>
              </a:prstGeom>
              <a:blipFill>
                <a:blip r:embed="rId4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T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E5516D-DF0B-8C2A-E32C-020C5A2CC4F6}"/>
              </a:ext>
            </a:extLst>
          </p:cNvPr>
          <p:cNvCxnSpPr/>
          <p:nvPr/>
        </p:nvCxnSpPr>
        <p:spPr>
          <a:xfrm>
            <a:off x="2351138" y="5020597"/>
            <a:ext cx="10227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61E682-3204-7A0C-10A5-E77E4E1F8CC3}"/>
              </a:ext>
            </a:extLst>
          </p:cNvPr>
          <p:cNvCxnSpPr/>
          <p:nvPr/>
        </p:nvCxnSpPr>
        <p:spPr>
          <a:xfrm>
            <a:off x="3319808" y="3466689"/>
            <a:ext cx="673767" cy="919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8133467-7867-1B62-4BC3-ADA80E624D63}"/>
              </a:ext>
            </a:extLst>
          </p:cNvPr>
          <p:cNvSpPr txBox="1"/>
          <p:nvPr/>
        </p:nvSpPr>
        <p:spPr>
          <a:xfrm>
            <a:off x="806294" y="4671429"/>
            <a:ext cx="1811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N" sz="2800" dirty="0"/>
              <a:t>Substrate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D99673-8996-C6BE-A586-1884D7ABFA09}"/>
              </a:ext>
            </a:extLst>
          </p:cNvPr>
          <p:cNvSpPr txBox="1"/>
          <p:nvPr/>
        </p:nvSpPr>
        <p:spPr>
          <a:xfrm>
            <a:off x="1634497" y="3002489"/>
            <a:ext cx="1928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N" sz="2800" dirty="0"/>
              <a:t>Photoresist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ABE47E4-E490-6E70-DBA3-8E0221CB4677}"/>
              </a:ext>
            </a:extLst>
          </p:cNvPr>
          <p:cNvCxnSpPr/>
          <p:nvPr/>
        </p:nvCxnSpPr>
        <p:spPr>
          <a:xfrm flipH="1">
            <a:off x="6157851" y="3525709"/>
            <a:ext cx="1562083" cy="860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3395D1-F1A0-A608-3B41-014987E00833}"/>
              </a:ext>
            </a:extLst>
          </p:cNvPr>
          <p:cNvSpPr txBox="1"/>
          <p:nvPr/>
        </p:nvSpPr>
        <p:spPr>
          <a:xfrm>
            <a:off x="6968530" y="2627962"/>
            <a:ext cx="22581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TN" sz="2800" dirty="0"/>
              <a:t>Interference fringes</a:t>
            </a:r>
          </a:p>
        </p:txBody>
      </p:sp>
    </p:spTree>
    <p:extLst>
      <p:ext uri="{BB962C8B-B14F-4D97-AF65-F5344CB8AC3E}">
        <p14:creationId xmlns:p14="http://schemas.microsoft.com/office/powerpoint/2010/main" val="249483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8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Ichrak Mansouri</dc:creator>
  <cp:lastModifiedBy>Ichrak Mansouri</cp:lastModifiedBy>
  <cp:revision>1</cp:revision>
  <dcterms:created xsi:type="dcterms:W3CDTF">2026-09-15T13:20:08Z</dcterms:created>
  <dcterms:modified xsi:type="dcterms:W3CDTF">2026-09-15T22:56:33Z</dcterms:modified>
</cp:coreProperties>
</file>